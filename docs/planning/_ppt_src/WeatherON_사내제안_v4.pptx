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9144000" cy="18288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502920"/>
            <a:ext cx="1554480" cy="155448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1097280"/>
            <a:ext cx="457200" cy="45720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94360"/>
            <a:ext cx="91440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457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0080"/>
            <a:ext cx="54864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INTERNAL PRODUCT PROPOSAL · 2026.06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weather</a:t>
            </a:r>
            <a:pPr algn="l" indent="0" marL="0">
              <a:buNone/>
            </a:pPr>
            <a:r>
              <a:rPr lang="en-US" sz="6000" b="1" dirty="0">
                <a:solidFill>
                  <a:srgbClr val="F0A0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날씨를 보여주는 앱이 아니라, 오늘을 대신 결정해주는 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비교, 출발시간 역산, 신발·우산·코디 추천, AI 장소 추천까지 — 열면 5초 안에 오늘 준비가 끝나는 라이프스타일 날씨 앱 제안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722376" cy="292608"/>
          </a:xfrm>
          <a:prstGeom prst="roundRect">
            <a:avLst>
              <a:gd name="adj" fmla="val 18750"/>
            </a:avLst>
          </a:prstGeom>
          <a:solidFill>
            <a:srgbClr val="152C52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9120"/>
            <a:ext cx="722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72184" y="4389120"/>
            <a:ext cx="818388" cy="292608"/>
          </a:xfrm>
          <a:prstGeom prst="roundRect">
            <a:avLst>
              <a:gd name="adj" fmla="val 18750"/>
            </a:avLst>
          </a:prstGeom>
          <a:solidFill>
            <a:srgbClr val="152C52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89120"/>
            <a:ext cx="8183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출발시간 역산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00300" y="4389120"/>
            <a:ext cx="626364" cy="292608"/>
          </a:xfrm>
          <a:prstGeom prst="roundRect">
            <a:avLst>
              <a:gd name="adj" fmla="val 18750"/>
            </a:avLst>
          </a:prstGeom>
          <a:solidFill>
            <a:srgbClr val="152C52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0300" y="4389120"/>
            <a:ext cx="6263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추천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36392" y="43891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52C52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4389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코디 엔진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60520" y="4389120"/>
            <a:ext cx="722376" cy="292608"/>
          </a:xfrm>
          <a:prstGeom prst="roundRect">
            <a:avLst>
              <a:gd name="adj" fmla="val 18750"/>
            </a:avLst>
          </a:prstGeom>
          <a:solidFill>
            <a:srgbClr val="152C52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4389120"/>
            <a:ext cx="722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플래너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92624" y="4389120"/>
            <a:ext cx="818388" cy="292608"/>
          </a:xfrm>
          <a:prstGeom prst="roundRect">
            <a:avLst>
              <a:gd name="adj" fmla="val 18750"/>
            </a:avLst>
          </a:prstGeom>
          <a:solidFill>
            <a:srgbClr val="152C52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4389120"/>
            <a:ext cx="8183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수익화 로드맵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6863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A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WeatherON App Product Plan v4.0 · Prepared by Daehyeon Choi · 2026.06.15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6276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14904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P.03 – 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핵심 가치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3611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컨셉 — "오늘의 결정을 대신"   ·   핵심 기능 한눈에 보기   ·   목적지 날씨 비교   ·   출발시간 역산 알림   ·   신발 추천 매트릭스   ·   우산 추천 알고리즘   ·   스타일 · 코디 엔진   ·   알림 체계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71600"/>
            <a:ext cx="54864" cy="1627632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4904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4904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P.11 – 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71907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고도화 &amp; 신규 기능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2048256"/>
            <a:ext cx="3611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흐름 5단계   ·   v3 변경사항 (전략 재검토)   ·   장소 카테고리 확장   ·   UX 방향 &amp; 탭 구조 · 여행 플래너   ·   AI 위치 추천 카드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63824"/>
            <a:ext cx="54864" cy="1627632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826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BF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32826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P.16 – 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51129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사업화 전략 &amp; 수익 모델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611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모델 5-Phase 로드맵   ·   브랜드 파트너십 우선순위   ·   AdMob 광고 수익화 준비   ·   광고 배치 정책 &amp; 도입 일정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163824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163824"/>
            <a:ext cx="54864" cy="1627632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2826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A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2826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P.21 – 29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51129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· 보안 · 종합 제안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3840480"/>
            <a:ext cx="36118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&amp; API 아키텍처   ·   API 비용 시뮬레이션   ·   인증 &amp; 보안 시스템   ·   회원가입 · 로그인 플로우   ·   개발 로드맵 5-Phase   ·   기존 날씨 앱과의 차별점   ·   종합 요약 · Next Steps · 클로징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정보를 "제공"하지 않습니다.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행동을 "결정"해 줍니다.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날씨 앱은 온도·강수확률 같은 "숫자"를 보여줍니다. WeatherON은 그 숫자를 사용자의 하루 — 무엇을 입고, 언제 나가고, 어떤 신발을 신고, 우산이 필요한지 — 에 대한 구체적인 답으로 변환해 제시합니다.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52C5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64992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89534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화면에서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준비 완료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329184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52C52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3364992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5가지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87752" y="389534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코디·우산·신발·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출발시간·AI추천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35424" y="329184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52C52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3364992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35424" y="389534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등록만으로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자동화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83096" y="329184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52C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3364992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83096" y="389534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비회원도 무료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2A4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한눈에 보기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81912"/>
            <a:ext cx="420624" cy="420624"/>
          </a:xfrm>
          <a:prstGeom prst="ellipse">
            <a:avLst/>
          </a:prstGeom>
          <a:solidFill>
            <a:srgbClr val="4A8FD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81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0756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비교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출발지 ↔ 목적지 날씨를 한 화면에서 비교. 자주 가는 곳은 저장해 즉시 확인.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83864" y="1581912"/>
            <a:ext cx="420624" cy="42062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483864" y="1581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83864" y="20756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출발시간 역산 알림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83864" y="23774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목표 시간 + 이동 소요시간을 계산해 "몇 시에 나가야 하는지" 역산 알림.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1581912"/>
            <a:ext cx="420624" cy="420624"/>
          </a:xfrm>
          <a:prstGeom prst="ellipse">
            <a:avLst/>
          </a:prstGeom>
          <a:solidFill>
            <a:srgbClr val="3AB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581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936" y="20756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추천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23774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× 코디 × 스타일을 종합해 신발을 특정, 출발 10분 전 알림.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300984"/>
            <a:ext cx="420624" cy="420624"/>
          </a:xfrm>
          <a:prstGeom prst="ellipse">
            <a:avLst/>
          </a:prstGeom>
          <a:solidFill>
            <a:srgbClr val="4A8FD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300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☂️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" y="3794760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우산 추천 알고리즘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4096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강수확률 숫자가 아닌 "우산 종류·크기 + 이유"를 목적지 기준으로 제안.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9272" y="3136392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83864" y="3300984"/>
            <a:ext cx="420624" cy="42062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7" name="Text 25"/>
          <p:cNvSpPr/>
          <p:nvPr/>
        </p:nvSpPr>
        <p:spPr>
          <a:xfrm>
            <a:off x="3483864" y="3300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83864" y="3794760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· 코디 엔진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83864" y="4096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태그 기반 룰 + Gemini Flash AI로 날씨에 맞는 코디를 추천.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3136392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45936" y="3300984"/>
            <a:ext cx="420624" cy="420624"/>
          </a:xfrm>
          <a:prstGeom prst="ellipse">
            <a:avLst/>
          </a:prstGeom>
          <a:solidFill>
            <a:srgbClr val="3ABFA0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3300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45936" y="3794760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체계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45936" y="4096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날씨·코디·신발 알림(목적지 불필요) + 출발시각·긴급 변화 알림(목적지 등록 시).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DESTINATION WEATHER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비교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출발지(현재 위치)와 목적지의 날씨를 하나의 비교 카드로 동시에 표시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온도차·강수 여부·체감 변화를 즉시 인지 → 옷차림·우산 판단의 기준점 제공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가는 장소(회사, 학교, 자주 만나는 약속 장소 등)는 즐겨찾기로 저장해 홈에서 바로 확인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국내/해외 자동 판별 — 카카오 Local API(국내) ↔ Mapbox/Google Geocoding(해외)로 API 자동 전환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b="1" dirty="0">
                <a:solidFill>
                  <a:srgbClr val="4A8F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등장하는 출발시간 역산·신발 추천·짐 체크리스트(해외)는 모두 이 목적지 정보를 기반으로 동작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2743200" cy="3154680"/>
          </a:xfrm>
          <a:prstGeom prst="roundRect">
            <a:avLst>
              <a:gd name="adj" fmla="val 2667"/>
            </a:avLst>
          </a:prstGeom>
          <a:solidFill>
            <a:srgbClr val="0C1F3F"/>
          </a:solidFill>
          <a:ln/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날씨 비교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057400"/>
            <a:ext cx="2414016" cy="914400"/>
          </a:xfrm>
          <a:prstGeom prst="roundRect">
            <a:avLst>
              <a:gd name="adj" fmla="val 6000"/>
            </a:avLst>
          </a:prstGeom>
          <a:solidFill>
            <a:srgbClr val="152C52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167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현재 위치 · 삼성동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23°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63640" y="27706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맑음 · 강수 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08192" y="3154680"/>
            <a:ext cx="2414016" cy="914400"/>
          </a:xfrm>
          <a:prstGeom prst="roundRect">
            <a:avLst>
              <a:gd name="adj" fmla="val 6000"/>
            </a:avLst>
          </a:prstGeom>
          <a:solidFill>
            <a:srgbClr val="152C5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2644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목적지 · 강남역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3520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38679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 조금 · 강수 20%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08192" y="425196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2°C 차이 · 비 가능성 있음 → 우산·신발 추천에 반영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DEPARTURE CALCULATION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출발시간 역산 알림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"몇 시에 나가야 하지?" — 매일 반복되는 고민을 자동 계산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목표 시간 입력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"10시까지 강남역 도착"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79192" y="192024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16352" y="2057400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2816352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16352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소요시간 계산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16352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Directions API(국내)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고정값(해외)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07992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18304" y="192024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55464" y="2057400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855464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55464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 시각 역산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55464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소요시간 + 여유시간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출발 시각 자동 계산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47104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57416" y="192024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2057400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89457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역산 알림 발송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94576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 시각에 맞춰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FCM/APNs 푸시 알림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추천·짐 체크리스트(여행)와 동일한 역산 로직을 공유 — 출발 10분 전 알림에 신발 정보 결합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국내는 카카오 Directions API(일 1만건 무료), 해외는 고정값 → Phase 4부터 T-map 정밀 역산으로 고도화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· SHOE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추천 매트릭스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국내외 날씨 앱 최초로 "신발"까지 추천하는 기능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 3가지를 종합 — ① 목적지 날씨(강수·노면 상태) ② 오늘의 코디(스타일 태그) ③ 사용자 스타일 선호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결과는 JSON 매트릭스 기반 룰 엔진으로 신발 종류를 특정 (예: 레인부츠 / 워커 / 로우컷 스니커즈 등)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 10분 전, 코디·우산 알림과 함께 신발 알림 발송 → 현관에서 다시 고민하지 않도록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46304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71032" y="160020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추천 매트릭스 (예시)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71032" y="2011680"/>
            <a:ext cx="54864" cy="502920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강수 70%↑ · 노면 젖음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2249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레인부츠 / 방수워커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71032" y="2651760"/>
            <a:ext cx="54864" cy="502920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강수 30~70% · 흐림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2889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워커 / 방수 스니커즈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1032" y="3291840"/>
            <a:ext cx="54864" cy="502920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291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강수 0~30% · 맑음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35295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로우컷 스니커즈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71032" y="3931920"/>
            <a:ext cx="54864" cy="502920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931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한파 · 적설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4169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방한부츠 + 논슬립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· UMBRELLA ALGORITHM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우산 추천 알고리즘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앱: "강수확률 60%" 라는 숫자만 제시 → 사용자가 직접 판단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WeatherON: 우산의 종류·크기 + 그 이유를 제시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😶 기존 날씨 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강수확률 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판단은 사용자 몫. 우산을 챙길지, 어떤 우산을 챙길지 알 수 없음.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0C1F3F"/>
          </a:solidFill>
          <a:ln w="19050">
            <a:solidFill>
              <a:srgbClr val="F0A020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☂️ WeatherON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장우산 추천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3383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 3시부터 강한 비(시간당 10mm↑) 예상 · 목적지(강남역)는 강수 지속 → 장우산 권장. 외출 1~3시간 전 사전 알림.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· STYLE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· 코디 엔진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온보딩에서 선택한 스타일 태그(예: 캐주얼, 미니멀, 스트릿 등) 기반 1차 룰 엔진으로 기본 코디 제시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구간(5단계 온도·강수 구간)별로 사전 정의된 코디 룰을 1차 매칭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Flash AI가 날씨·시간·사용자 취향을 종합해 "오늘 이 날씨엔" 코디 한 줄 설명을 생성 — 단순 추천이 아닌 이유가 있는 제안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추천(05) · 우산 추천(06) 결과와 결합되어 홈 화면 하나의 카드로 완결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3부터 코디 히스토리 기반 개인화 고도화 — 사용자가 실제 선택한 코디를 학습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1차 · 룰 엔진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구간 × 스타일 태그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기본 코디 매칭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329184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0C1F3F"/>
          </a:solidFill>
          <a:ln/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2차 · Gemini Flash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37033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이 날씨엔 트렌치코트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슬랙스 어떠세요?" — 이유 포함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추천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· NOTIFICATION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체계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특보뿐 아니라, "오늘 무엇을 해야 하는지"까지 알려주는 알림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2697480" cy="64008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🌤️ 기본 알림 (목적지 불필요)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설정한 외출 시간 기준 날씨·코디·신발 알림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 시작 1~3시간 전 사전 알림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탭 시 강수 타임라인 페이지(그칠 시각·강도·행동 가이드)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874520"/>
            <a:ext cx="2697480" cy="64008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목적지 등록 시 추가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 시각 역산 알림 (04 연동)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중 긴급 날씨 변화 알림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알림(05)이 출발 10분 전 자동 결합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74520"/>
            <a:ext cx="2697480" cy="64008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 프리미엄 — 알림 고도화 (킬러 기능)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606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시간·조건 무제한 커스터마이징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급변 상황 재알림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 캘린더 연동 코디 캘린더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코디 플래닝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· UX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여정 — 5단계 UX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앱을 열고 닫기까지, 사용자는 "결정"을 위해 단 몇 번의 터치만 거칩니다.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591056" cy="233172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591056" cy="5486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실행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비회원(Guest)도 즉시 진입.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권한 허용 시 현재 위치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자동 조회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29968" y="29260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57984" y="1920240"/>
            <a:ext cx="1591056" cy="233172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57984" y="1920240"/>
            <a:ext cx="1591056" cy="54864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2267712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67712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— 오늘의 결정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67712" y="292608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요약 · 코디 · 우산 ·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· 출발시간이 한 화면에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완결 (5초 룰)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30752" y="29260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58768" y="1920240"/>
            <a:ext cx="1591056" cy="233172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58768" y="1920240"/>
            <a:ext cx="1591056" cy="54864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20" name="Text 18"/>
          <p:cNvSpPr/>
          <p:nvPr/>
        </p:nvSpPr>
        <p:spPr>
          <a:xfrm>
            <a:off x="3968496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BF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68496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등록 (선택)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68496" y="292608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가는 곳 저장 →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출발시간 역산 ·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비교 활성화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31536" y="29260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59552" y="1920240"/>
            <a:ext cx="1591056" cy="233172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9552" y="1920240"/>
            <a:ext cx="1591056" cy="5486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수신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292608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알림(비 1~3시간 전) ·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출발시각 알림 · 신발 알림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(출발 10분 전)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0" y="29260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60336" y="1920240"/>
            <a:ext cx="1591056" cy="233172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0336" y="1920240"/>
            <a:ext cx="1591056" cy="54864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2" name="Text 30"/>
          <p:cNvSpPr/>
          <p:nvPr/>
        </p:nvSpPr>
        <p:spPr>
          <a:xfrm>
            <a:off x="7370064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⑤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70064" y="23957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탭 이동 · 상세 확인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70064" y="292608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 상세, 여행 플래너,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추천 장소, 마이페이지로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자유롭게 이동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원칙: 비회원도 핵심 흐름(②④) 전부 이용 가능 — 회원가입은 다기기 동기화·히스토리·구독을 위한 "선택"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v3 → v4 · STRATEGY UPDATE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v4에서 새로 추가된 핵심 전략 요소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v3 기획에서 한 단계 더 — "결정 제안"을 넘어 새로운 사용 맥락과 수익 채널까지 확장합니다.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39112"/>
            <a:ext cx="420624" cy="420624"/>
          </a:xfrm>
          <a:prstGeom prst="ellipse">
            <a:avLst/>
          </a:prstGeom>
          <a:solidFill>
            <a:srgbClr val="3ABFA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5328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 카테고리 확장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8346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KBO 야구장 등 특화 장소 카테고리 — 경기 취소 확률, 좌석별 자외선, 유니폼 레이어링 코디 (Phase 4~)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8745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83864" y="2039112"/>
            <a:ext cx="420624" cy="420624"/>
          </a:xfrm>
          <a:prstGeom prst="ellipse">
            <a:avLst/>
          </a:prstGeom>
          <a:solidFill>
            <a:srgbClr val="4A8FD4"/>
          </a:solidFill>
          <a:ln/>
        </p:spPr>
      </p:sp>
      <p:sp>
        <p:nvSpPr>
          <p:cNvPr id="13" name="Text 11"/>
          <p:cNvSpPr/>
          <p:nvPr/>
        </p:nvSpPr>
        <p:spPr>
          <a:xfrm>
            <a:off x="3483864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83864" y="25328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위치 추천 카드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83864" y="28346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날씨·위치·시간·취향 → Gemini Flash가 "오늘 이 날씨엔 딱 맞는 주변 장소"를 이유와 함께 추천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8745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5936" y="2039112"/>
            <a:ext cx="420624" cy="42062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✈️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5936" y="25328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여행 플래너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5936" y="28346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다도시 일정 → 날짜별 날씨+코디+짐 체크리스트 자동 생성. 국내외 시장에 전무한 기능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758184"/>
            <a:ext cx="420624" cy="420624"/>
          </a:xfrm>
          <a:prstGeom prst="ellipse">
            <a:avLst/>
          </a:prstGeom>
          <a:solidFill>
            <a:srgbClr val="152C52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" y="4251960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&amp; 보안 체계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45537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카카오·네이버·Google·Apple 소셜 로그인 + 비회원 Guest Mode, OAuth2.0 PKCE, Keychain/Keystore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9272" y="3593592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83864" y="3758184"/>
            <a:ext cx="420624" cy="420624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8" name="Text 26"/>
          <p:cNvSpPr/>
          <p:nvPr/>
        </p:nvSpPr>
        <p:spPr>
          <a:xfrm>
            <a:off x="3483864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83864" y="4251960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AdMob 광고 수익화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83864" y="45537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심사 체크리스트(개인정보처리방침·app-ads.txt·UMP·스토어등록) 선제 대응으로 광고 수익 안정 확보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81344" y="3593592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45936" y="3758184"/>
            <a:ext cx="420624" cy="42062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3" name="Text 31"/>
          <p:cNvSpPr/>
          <p:nvPr/>
        </p:nvSpPr>
        <p:spPr>
          <a:xfrm>
            <a:off x="6345936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45936" y="4251960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수익 다각화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45537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어필리에이트(즉시) → 구독(M7~) → 중소브랜드(M10~) → 대형 콜라보(M13~, MAU 3만↑)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· PLACE CATEGORY EXPANSION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 카테고리 확장 — 날씨를 넘어 "맥락"으로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"날씨 → 결정" 엔진을 특정 장소·활동 맥락에 맞춰 재구성하는 확장 전략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적용 대상: ⚾ KBO 야구장 (Phase 4, M10~M12)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 취소 확률 — 강수량·구장별 우천 취소 기준을 반영한 사전 안내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좌석별 자외선 정보 — 외야/내야 등 좌석 위치별 노출 시간 고려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유니폼 레이어링 코디 — 응원 유니폼 위에 날씨에 맞는 레이어링 제안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확장 가능 카테고리(아이디어): 캠핑·등산·축구장·테마파크 등 — 동일 프레임워크 재사용 가능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2834640" cy="3154680"/>
          </a:xfrm>
          <a:prstGeom prst="roundRect">
            <a:avLst>
              <a:gd name="adj" fmla="val 2581"/>
            </a:avLst>
          </a:prstGeom>
          <a:solidFill>
            <a:srgbClr val="0C1F3F"/>
          </a:solidFill>
          <a:ln/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0" y="1627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⚾ 잠실 야구장 · 오늘 18:30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22° · 구름 조금 · 강수 15%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16752" y="2377440"/>
            <a:ext cx="2505456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10" name="Text 8"/>
          <p:cNvSpPr/>
          <p:nvPr/>
        </p:nvSpPr>
        <p:spPr>
          <a:xfrm>
            <a:off x="6144768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 취소 확률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44768" y="2651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B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 (15%)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16752" y="3063240"/>
            <a:ext cx="2505456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3136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외야석 자외선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44768" y="3337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 — 모자 권장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16752" y="3749040"/>
            <a:ext cx="2505456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3822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유니폼 코디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44768" y="4023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8F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유니폼 + 바람막이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 · UX DIRECTION &amp; TRAVEL PLANNER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방향 &amp; 탭 구조 · 해외 여행 플래너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4-탭 구조로 핵심 기능을 정리해 "복잡함"을 줄입니다.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날씨·코디·우산·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신발·출발시간 카드 +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추천 장소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51176" y="178308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60904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60904" y="224028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 · 날씨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60904" y="251460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비교,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강수 타임라인,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 히스토리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178308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✈️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플래너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다도시 일정 등록 →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날짜별 날씨+코디+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짐 체크리스트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39128" y="178308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48856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48856" y="224028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마이페이지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48856" y="251460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계정·구독·알림 설정,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태그,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계정 관리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C1F3F"/>
          </a:solidFill>
          <a:ln/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✈️ 해외 여행 플래너 — 국내외 시장 최초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다도시 여행 일정 등록 → 도시·날짜별 날씨를 미리 비교</a:t>
            </a:r>
            <a:endParaRPr lang="en-US" sz="1150" dirty="0"/>
          </a:p>
          <a:p>
            <a:pPr algn="l" marL="177800" indent="-1778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날짜별 날씨에 맞춘 코디를 자동 추천 — 짐을 싸기 전에 미리 확인</a:t>
            </a:r>
            <a:endParaRPr lang="en-US" sz="1150" dirty="0"/>
          </a:p>
          <a:p>
            <a:pPr algn="l" marL="177800" indent="-1778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전체 짐 체크리스트를 날씨 기반으로 자동 생성 (우산, 방수화, 한기 대비 외투 등)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 · HOME AI 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AI 추천 카드 — "오늘 이 날씨엔"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4종: 현재 날씨 + 위치 + 시간 + 사용자 취향(스타일 태그·히스토리)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Flash가 종합해 "오늘 이 날씨에 딱 맞는 주변 장소"를 이유와 함께 1~2곳 추천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"오늘처럼 맑고 선선한 날엔 — 한강공원 피크닉 어떠세요? 자외선이 약해 야외활동에 좋아요"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비회원도 이용 가능(1~2곳 추천), 회원은 히스토리 기반으로 추천이 점차 개인화됨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화면에서 코디·우산·신발·출발시간 카드 바로 아래 배치 → AdMob 네이티브 광고와 동일 영역에 자연스럽게 결합 (14번 참고)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2834640" cy="31546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16752" y="157276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홈 화면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16752" y="1847088"/>
            <a:ext cx="2505456" cy="685800"/>
          </a:xfrm>
          <a:prstGeom prst="roundRect">
            <a:avLst>
              <a:gd name="adj" fmla="val 6667"/>
            </a:avLst>
          </a:prstGeom>
          <a:solidFill>
            <a:srgbClr val="0C1F3F"/>
          </a:solidFill>
          <a:ln/>
        </p:spPr>
      </p:sp>
      <p:sp>
        <p:nvSpPr>
          <p:cNvPr id="9" name="Text 7"/>
          <p:cNvSpPr/>
          <p:nvPr/>
        </p:nvSpPr>
        <p:spPr>
          <a:xfrm>
            <a:off x="6144768" y="19385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22° · 맑음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 · 우산 · 신발 · 출발시간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6752" y="2633472"/>
            <a:ext cx="2505456" cy="1417320"/>
          </a:xfrm>
          <a:prstGeom prst="roundRect">
            <a:avLst>
              <a:gd name="adj" fmla="val 3226"/>
            </a:avLst>
          </a:prstGeom>
          <a:solidFill>
            <a:srgbClr val="FFF6E8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오늘 이 날씨엔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44768" y="30175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"맑고 선선한 날엔 한강공원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피크닉 어떠세요? 자외선이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약해 야외활동에 좋아요."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4160520"/>
            <a:ext cx="2505456" cy="36576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AD · 네이티브 광고 영역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 · REVENUE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모델 — 5-Phase 단계적 다각화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91056" cy="2834640"/>
          </a:xfrm>
          <a:prstGeom prst="roundRect">
            <a:avLst>
              <a:gd name="adj" fmla="val 4598"/>
            </a:avLst>
          </a:prstGeom>
          <a:solidFill>
            <a:srgbClr val="152C5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1591056" cy="5486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A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M1~3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어필리에이트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쿠팡파트너스 즉시 연결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출시 즉시 수익 발생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57984" y="1417320"/>
            <a:ext cx="1591056" cy="2834640"/>
          </a:xfrm>
          <a:prstGeom prst="roundRect">
            <a:avLst>
              <a:gd name="adj" fmla="val 4598"/>
            </a:avLst>
          </a:prstGeom>
          <a:solidFill>
            <a:srgbClr val="152C52"/>
          </a:solidFill>
          <a:ln/>
        </p:spPr>
      </p:sp>
      <p:sp>
        <p:nvSpPr>
          <p:cNvPr id="12" name="Shape 10"/>
          <p:cNvSpPr/>
          <p:nvPr/>
        </p:nvSpPr>
        <p:spPr>
          <a:xfrm>
            <a:off x="2157984" y="1417320"/>
            <a:ext cx="1591056" cy="54864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267712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67712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A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M4~6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 (AdMob)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67712" y="26974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무신사파트너스 추가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 5,000 목표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배너·네이티브 광고 시작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58768" y="1417320"/>
            <a:ext cx="1591056" cy="2834640"/>
          </a:xfrm>
          <a:prstGeom prst="roundRect">
            <a:avLst>
              <a:gd name="adj" fmla="val 4598"/>
            </a:avLst>
          </a:prstGeom>
          <a:solidFill>
            <a:srgbClr val="152C52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1417320"/>
            <a:ext cx="1591056" cy="54864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19" name="Text 17"/>
          <p:cNvSpPr/>
          <p:nvPr/>
        </p:nvSpPr>
        <p:spPr>
          <a:xfrm>
            <a:off x="3968496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BF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68496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A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M7~9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68496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구독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68496" y="26974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₩2,900/월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 목표 2~4%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 1만 목표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59552" y="1417320"/>
            <a:ext cx="1591056" cy="2834640"/>
          </a:xfrm>
          <a:prstGeom prst="roundRect">
            <a:avLst>
              <a:gd name="adj" fmla="val 4598"/>
            </a:avLst>
          </a:prstGeom>
          <a:solidFill>
            <a:srgbClr val="152C52"/>
          </a:solidFill>
          <a:ln/>
        </p:spPr>
      </p:sp>
      <p:sp>
        <p:nvSpPr>
          <p:cNvPr id="24" name="Shape 22"/>
          <p:cNvSpPr/>
          <p:nvPr/>
        </p:nvSpPr>
        <p:spPr>
          <a:xfrm>
            <a:off x="5559552" y="1417320"/>
            <a:ext cx="1591056" cy="5486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A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M10~12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 브랜드 제휴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0" y="26974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레인부츠·방수화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협찬·타겟 광고 슬롯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쇼핑탭 베타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60336" y="1417320"/>
            <a:ext cx="1591056" cy="2834640"/>
          </a:xfrm>
          <a:prstGeom prst="roundRect">
            <a:avLst>
              <a:gd name="adj" fmla="val 4598"/>
            </a:avLst>
          </a:prstGeom>
          <a:solidFill>
            <a:srgbClr val="152C52"/>
          </a:solidFill>
          <a:ln/>
        </p:spPr>
      </p:sp>
      <p:sp>
        <p:nvSpPr>
          <p:cNvPr id="30" name="Shape 28"/>
          <p:cNvSpPr/>
          <p:nvPr/>
        </p:nvSpPr>
        <p:spPr>
          <a:xfrm>
            <a:off x="7260336" y="1417320"/>
            <a:ext cx="1591056" cy="54864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370064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70064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A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M13~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70064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플랫폼 제휴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70064" y="26974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 3만 달성 후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무신사·지그재그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GMV 수수료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전략: 초기엔 어필리에이트로 즉시 현금흐름 확보 → 트래픽이 쌓이면 광고·구독으로 확장 → MAU 3만 이상에서 대형 플랫폼 협상력 확보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2A40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 · BRAND PARTNERSHIP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파트너십 우선순위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"날씨 기반 행동 추천"이라는 맥락은 신발·의류 브랜드에게 정밀한 타겟 노출 기회를 제공합니다.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64008" cy="960120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84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BF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1순위 · 즉시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9842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어필리에이트 제휴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198424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쿠팡파트너스(즉시) + 무신사파트너스(Phase2~) — 별도 영업 없이 즉시 수익화 가능. 신발·우산·우비 추천 결과에 자연스럽게 연결.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53512"/>
            <a:ext cx="64008" cy="960120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2순위 · M10~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 브랜드 협찬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3063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레인부츠·방수화 전문 브랜드 (예: 락피쉬, HUNTER 등) — 날씨 기반 타겟 광고 슬롯 판매, 시즌 한정 스폰서십 패키지로 우선 제안.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32504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32504"/>
            <a:ext cx="64008" cy="960120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4223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3순위 · M13~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41422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패션 플랫폼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206240" y="414223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 3만 달성 후 무신사·지그재그와 파트너십 협상 — 실적 데이터(MAU·CTR) 기반 협상력 확보, 앱내 쇼핑탭 정식 오픈 및 GMV 수수료 수익.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 · ADMOB MONETIZATION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AdMob 광고 수익화 — 4대 필수 심사 항목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 도입 전, 다음 4가지를 먼저 갖추지 않으면 광고 게재 자체가 제한됩니다.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69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47672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E85A5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476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필수1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개인정보처리방침 페이지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내 + 웹페이지 동시 게재. 광고 SDK 수집 데이터(광고ID/IDFA, 기기정보, IP기반위치, 앱사용데이터) 명시, Google 제3자 제공 고지 + 광고 정책 링크, 보관·파기 정책, 개인정보보호책임자 연락처 포함.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69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947672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E85A5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9476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필수2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app-ads.txt 인증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도메인(예: weatheron.kr) 확보 후 루트에 app-ads.txt 게재(IAB Tech Lab 형식, AdMob 퍼블리셔ID 포함). Play/App Store에 도메인 등록. 2025년부터 신규 앱은 사실상 필수 — 미인증 시 광고 제한.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69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410712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E85A5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107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필수3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동의관리(Google UMP SDK)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GDPR/미국 주별 개인정보법 동의 메시지 자동 표시 + iOS ATT 권한 요청(Info.plist NSUserTrackingUsageDescription). 동의 거부 시 비맞춤형 광고(NPA) 제공, 국내는 개인정보보호법 기반 광고ID 수집 고지.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4069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410712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E85A5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4107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필수4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스토어 등록 &amp; 신고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374904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Console "광고 포함" 선언 + "데이터 보안" 섹션에 광고 SDK 데이터 항목 정확히 기재. App Store "앱 개인정보 보호" 라벨에 광고 데이터/추적 반영. 콘텐츠 등급 설문에 광고 반영. AdMob 결제 프로필 + ID 인증 필요.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 · AD PLACEMENT &amp;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 배치 정책 &amp; 도입 일정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 배치 정책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DEDED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10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금지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요소 근접 배치, 콘텐츠 가림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클릭(셀프클릭) → 계정 정지 사유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클릭/시청 보상 약속, 푸시 알림 내 광고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즉시·화면 전환마다 전면광고 반복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EAFBF5"/>
          </a:solidFill>
          <a:ln w="12700">
            <a:solidFill>
              <a:srgbClr val="3AB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B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WeatherON 설계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네이티브 광고 1개 — AI추천카드 바로 아래, "AD" 라벨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배너 — 날씨/코디 탭 하단, 버튼과 간격 확보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전면광고 — 자연스러운 화면 전환 시점, 세션당 1~2회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보상형 광고 미사용 · 프리미엄 구독 시 광고 전면 제거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AdMob 도입 일정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146304" cy="146304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14" name="Shape 12"/>
          <p:cNvSpPr/>
          <p:nvPr/>
        </p:nvSpPr>
        <p:spPr>
          <a:xfrm>
            <a:off x="4965192" y="1929384"/>
            <a:ext cx="0" cy="566928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70992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A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1 (M1~3)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19293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도메인 확보 · 개인정보처리방침/이용약관 작성 · UMP SDK 통합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2496312"/>
            <a:ext cx="146304" cy="146304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18" name="Shape 16"/>
          <p:cNvSpPr/>
          <p:nvPr/>
        </p:nvSpPr>
        <p:spPr>
          <a:xfrm>
            <a:off x="4965192" y="2642616"/>
            <a:ext cx="0" cy="566928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4231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A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2 (M4~6)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26426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스토어 출시 → app-ads.txt 게재 → AdMob 앱 등록 → 준비상태 검토(1~2주)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209544"/>
            <a:ext cx="146304" cy="146304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5192" y="3355848"/>
            <a:ext cx="0" cy="566928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13639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A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2 후반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33558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승인 후 배너·네이티브 광고 게재 시작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922776"/>
            <a:ext cx="146304" cy="146304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84962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A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3 (M7~)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4069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구독자 광고 제거 옵션 제공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4297680"/>
            <a:ext cx="3794760" cy="411480"/>
          </a:xfrm>
          <a:prstGeom prst="roundRect">
            <a:avLst>
              <a:gd name="adj" fmla="val 13333"/>
            </a:avLst>
          </a:prstGeom>
          <a:solidFill>
            <a:srgbClr val="0C1F3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297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광고 수익 — MAU 1만 기준, 월 ₩30~80만 (eCPM ₩1,500~3,000 가정)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14-1 · WIREFRAME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AdMob 심사 대응 — 화면 설계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메뉴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알림설정·계정관리·광고 및 맞춤설정 + 개인정보처리방침/이용약관/위치기반서비스이용약관/오픈소스라이선스/문의하기/앱정보 — 모든 AdMob 필수 정책 문서를 설정 탭에서 접근, 동일 문서를 weatheron.kr 웹에도 게시.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690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54480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536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개인정보처리방침 페이지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섹션: ①수집 항목(광고ID/기기정보/IP위치/앱사용데이터) ②제3자 제공(Google AdMob) ③광고식별자 안내 ④보관·파기(탈퇴 시 즉시 파기) ⑤이용자 권리 ⑥개인정보보호책임자 연락처.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690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278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UMP 동의 모달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화면(날씨·코디·AI추천 카드) 위에 "광고 개인화 설정" 동의 모달 오버레이. "동의"/"동의하지 않음" + "옵션 더보기". Google UMP SDK로 GDPR/CCPA 대응, iOS는 별도 ATT 팝업 추가 표시.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0690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2278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화면 광고 배치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카드 → 오늘 코디·우산·신발 카드 → 출발시각 카드 → AI 추천 카드 → "AD" 라벨이 붙은 네이티브 광고 1개. 콘텐츠와 명확히 구분선으로 분리, 인터랙티브 요소와 인접 배치하지 않음.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 ·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&amp; API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FRONTEND · 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Native / Flutter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62763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6276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Redux / Zustand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0116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FCM / APNs (Push)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BACKEND ·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2763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C1F3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6276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 (기존서버 공유)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62763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C1F3F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6276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 (기존 활용)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C1F3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0116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Firebase (푸시·스케줄)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C1F3F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0116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Flash (AI코디)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39572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C1F3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957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신발 룰엔진 (JSON매트릭스)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📍 목적지 유형 자동 감지 — API 분기 아키텍처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29184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입력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3611880"/>
            <a:ext cx="1271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"강남역"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"오사카 난바"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7452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03120" y="32004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FF6E8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329184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국내/해외 판별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76272" y="3611880"/>
            <a:ext cx="1271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API 1차검색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없으면 해외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2044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49040" y="3200400"/>
            <a:ext cx="2743200" cy="667512"/>
          </a:xfrm>
          <a:prstGeom prst="roundRect">
            <a:avLst>
              <a:gd name="adj" fmla="val 8219"/>
            </a:avLst>
          </a:prstGeom>
          <a:solidFill>
            <a:srgbClr val="E8F5EC"/>
          </a:solidFill>
          <a:ln w="12700">
            <a:solidFill>
              <a:srgbClr val="3AB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3246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🇰🇷 국내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70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Local/Directions · T-map(P4~) · Open-Meteo+KMA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49040" y="3950208"/>
            <a:ext cx="2743200" cy="667512"/>
          </a:xfrm>
          <a:prstGeom prst="roundRect">
            <a:avLst>
              <a:gd name="adj" fmla="val 8219"/>
            </a:avLst>
          </a:prstGeom>
          <a:solidFill>
            <a:srgbClr val="E8EEFF"/>
          </a:solidFill>
          <a:ln w="12700">
            <a:solidFill>
              <a:srgbClr val="4A8F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9959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🌍 해외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4224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4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Mapbox Geocoding(1차) · Google Geocoding(Fallback) · Open-Meteo 글로벌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3796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12280" y="32004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0C1F3F"/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출력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85432" y="36118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날씨비교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코디·신발추천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출발시간역산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짐체크리스트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 · API COST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비용 요약 — "API 비용 ₩0"으로 시작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463040"/>
                <a:gridCol w="1463040"/>
                <a:gridCol w="1188720"/>
              </a:tblGrid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API</a:t>
                      </a:r>
                      <a:endParaRPr lang="en-US" sz="95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용도</a:t>
                      </a:r>
                      <a:endParaRPr lang="en-US" sz="95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무료 한도</a:t>
                      </a:r>
                      <a:endParaRPr lang="en-US" sz="95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초과 요금</a:t>
                      </a:r>
                      <a:endParaRPr lang="en-US" sz="95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Phase</a:t>
                      </a:r>
                      <a:endParaRPr lang="en-US" sz="95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 Local API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장소 검색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BFA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 1만건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건당 소액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P1~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 Directions API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소요시간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BFA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 1만건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건당 ₩8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P2~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0A0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T-map API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정밀 소요시간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A0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 1,000건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건당 ₩10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P4~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A8FD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Mapbox Geocoding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장소 검색(1차)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8FD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5만건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$0.75/1,000건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P3~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Google Geocoding API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POI(Fallback)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BFA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1만건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$5/1,000건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P3~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BFA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Open-Meteo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국내+해외 날씨 전체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BFA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무제한 무료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P1~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4564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💡 Phase별 예상 API 비용 (MAU 기준)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730752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C1F3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13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1~2 (MAU ~5천)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무료 범위 내 · Open-Meteo 무료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4315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BF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API 비용 ₩0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3813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 (MAU ~1만)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Mapbox·Google 무료 범위 내 커버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383280" y="4315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₩0 ~ ₩1만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3813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4~ (MAU 3만↑)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T-map 초과분 + Mapbox 초과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26480" y="4315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월 ₩5~15만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 · AUTH &amp;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&amp; 인증 시스템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없이도 핵심 기능 사용 가능. 회원가입은 다기기 동기화·히스토리·여행플래너·구독을 위한 선택. 모든 인증은 OAuth 2.0 + PKCE, 토큰은 Keychain/Keystore에만 저장.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 비회원 (Guest Mode)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위치 날씨 + 코디 + 우산 추천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알림 기본 1개 · 비예보 사전 알림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위치 추천(1~2곳)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다기기 동기화·여행플래너·구독 불가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627632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 회원 (Signed 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933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Guest 기능 전체 포함 + 다기기 동기화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코디 히스토리·여행플래너 저장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인사이트 리포트 누적 · 프리미엄 구독</a:t>
            </a:r>
            <a:endParaRPr lang="en-US" sz="95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추천 개인화(히스토리 기반) · 계정 즉시 삭제 지원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8211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소셜 로그인 4종 (OAuth 2.0 + PKCE)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FEE5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💛 카카오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7764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1위 · 이메일 선택수집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32888" y="3456432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2532888" y="3520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🟢 네이버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32888" y="37764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커버리지 높음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08576" y="3456432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3520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🔵 Google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08576" y="37764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Firebase Auth · 글로벌 대비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84264" y="3456432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84264" y="3520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🍎 Apple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84264" y="37764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iOS 정책상 필수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0C1F3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251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OAuth2.0+PKCE · Keychain/Keystore 전용 · Cert Pinning · 생체인증 · Rate Limiting(5회 실패시 30분 잠금) · 위치는 반경처리 후 전송 · 계정 즉시 삭제(GDPR/개인정보보호법)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16-1 · WIREFRAME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&amp; 로그인 화면 와이어프레임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81328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화면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비회원도 핵심 기능(현재위치 날씨·코디·우산·신발추천, 알림1개) 즉시 이용 가능. "로그인/회원가입" 또는 "둘러보기(Guest)" 선택.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32888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42616" y="1481328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12" name="Text 10"/>
          <p:cNvSpPr/>
          <p:nvPr/>
        </p:nvSpPr>
        <p:spPr>
          <a:xfrm>
            <a:off x="2642616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42616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 로그인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42616" y="21945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카카오·네이버·Google·Apple 4종 OAuth 2.0+PKCE. iOS는 Apple 로그인 필수(App Store 정책). Guest로 계속하기 옵션 병기.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1481328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18304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약관 동의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1945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전체동의 + 필수3종(만14세이상/이용약관/개인정보·위치기반서비스) + 선택1종(마케팅). 필수 미동의시 진행불가, 항목별 인앱 상세 페이지 제공.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84264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93992" y="1481328"/>
            <a:ext cx="365760" cy="36576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22" name="Text 20"/>
          <p:cNvSpPr/>
          <p:nvPr/>
        </p:nvSpPr>
        <p:spPr>
          <a:xfrm>
            <a:off x="6793992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마이페이지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21945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계정 표시, 알림설정·스타일태그·구독관리·연결계정관리·데이터내보내기·로그아웃·회원탈퇴. 탈퇴 시 즉시 전체 데이터 삭제.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0C1F3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673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FB3D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화면 흐름 · 신규 사용자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40050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시작화면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로그인/회원가입 선택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94560" y="400507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67712" y="40050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소셜로그인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67712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카카오·네이버·Google·Apple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22192" y="400507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95344" y="40050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약관동의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95344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필수3종+선택1종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9824" y="400507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22976" y="40050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온보딩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22976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스타일태그·외출시간설정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77456" y="400507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50608" y="40050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홈진입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50608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즉시 작동 시작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 ·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로드맵 — v4 (AI 추천 · 인증 추가)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566928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264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1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M1~3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4264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— 날씨+우산+알림+어필리에이트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42646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Open-Meteo 연동, 우산알고리즘, 코디룰 5구간, 외출알림 스케줄러, 소셜로그인4종+Guest, 도메인·정책문서·UMP SDK, 쿠팡파트너스 연결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48256"/>
            <a:ext cx="54864" cy="566928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2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M4~6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 + 출발시간역산 + 신발알림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103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Directions/Local 연동, AI 위치추천 카드(Gemini+카카오), 신발매트릭스, 출발10분전 알림, 무신사파트너스, 정식출시+AdMob 광고시작, MAU 5천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24912"/>
            <a:ext cx="54864" cy="566928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797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3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M7~9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7797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개인화 + 프리미엄 구독(전환율 2~4%)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277977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스타일태그 온보딩, 맞춤코디 엔진, 구독(₩2,900/월), 알림고도화, 캘린더연동, 인사이트리포트, 해외여행플래너+Mapbox, 위젯커스터마이징, MAU 1만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01568"/>
            <a:ext cx="54864" cy="566928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564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4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M10~12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34564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중소브랜드 제휴 + T-map 검토 + 장소카테고리 1단계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4564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레인부츠·방수화 협찬(락피쉬·HUNTER등), 타겟광고슬롯, 쇼핑탭 베타, T-map 전환검토, KBO야구장 카테고리(취소확률·자외선·유니폼코디)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2C5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78224"/>
            <a:ext cx="54864" cy="566928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330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5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M13~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41330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플랫폼 제휴 + 커머스 본격화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41330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무신사·지그재그 파트너십, 쇼핑탭 정식오픈(GMV수수료), 로컬브랜드 커머스, AI코디 고도화, T-map 프리미엄 연동(구독전용), MAU 3만 이상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2A4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18 · 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날씨 앱과의 차별점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4290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4937760"/>
              </a:tblGrid>
              <a:tr h="2449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날씨 앱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0A0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WeatherON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역할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날씨 수치 제공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결정 제안 — 뭘 입고, 언제 나가고, 무슨 신발 신을지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목적지 날씨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없음(수동검색)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출발지↔목적지 비교 카드, 저장 기능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출발 시간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도착목표시간+소요시간 → 출발시각 역산 알림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신발 추천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목적지날씨×코디×스타일 종합 → 신발 특정, 출발10분전 알림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우산 추천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강수확률 %만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종류·크기+이유+목적지 기준 연동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알림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기상특보만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날씨·코디·신발 알림 + 목적지등록시 출발시각·긴급변화 알림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수익 모델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단순광고/유료앱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어필리에이트→구독→중소브랜드→대형콜라보 단계적 확장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프리미엄 차별화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광고 제거 정도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알림고도화(킬러)·스타일개인화·인사이트리포트·해외여행플래너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비예보 사전알림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없음(특보만)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 시작 1~3시간전 사전알림 + 강수타임라인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해외여행 준비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다도시 일정→날짜별 날씨+코디+짐체크리스트 자동생성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홈 화면 UX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날씨 수치 나열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"열면 5초안에 오늘 준비 끝" — 한 화면에서 완결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위치추천 카드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"오늘 이 날씨에 딱 맞는 주변 장소" 이유포함 추천 (전무)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9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인증/보안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E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대부분 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C1F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소셜4종 OAuth+Guest Mode·PKCE·Keychain·생체인증·Cert Pinning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8FD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요약 — WeatherON이 제안하는 가치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52C5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제품 가치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0574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"정보 제공"이 아닌 "오늘의 행동 결정"</a:t>
            </a:r>
            <a:endParaRPr lang="en-US" sz="10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 날씨·출발시간 역산·신발·우산·코디까지 5초 안에 완결</a:t>
            </a:r>
            <a:endParaRPr lang="en-US" sz="10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위치추천·해외여행플래너 — 국내외 시장 전무한 기능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52C52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54864"/>
          </a:xfrm>
          <a:prstGeom prst="rect">
            <a:avLst/>
          </a:prstGeom>
          <a:solidFill>
            <a:srgbClr val="3ABFA0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수익 전략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20574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Phase1 어필리에이트로 즉시 현금흐름 확보</a:t>
            </a:r>
            <a:endParaRPr lang="en-US" sz="10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Phase2~3 광고(AdMob)+구독(₩2,900/월)으로 확장</a:t>
            </a:r>
            <a:endParaRPr lang="en-US" sz="10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 3만 이상 시 대형 플랫폼 제휴 협상력 확보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52C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안정성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20574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OAuth2.0+PKCE, Guest Mode로 진입장벽 최소화</a:t>
            </a:r>
            <a:endParaRPr lang="en-US" sz="10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AdMob 4대 필수 심사 항목 선제 대응</a:t>
            </a:r>
            <a:endParaRPr lang="en-US" sz="1050" dirty="0"/>
          </a:p>
          <a:p>
            <a:pPr algn="l"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Node.js/Render 인프라 재사용 — 추가 비용 최소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2A40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713232"/>
          </a:xfrm>
          <a:prstGeom prst="rect">
            <a:avLst/>
          </a:prstGeom>
          <a:solidFill>
            <a:srgbClr val="F0A0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217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제안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제안의 승인을 전제로, 아래 순서로 Phase 1(M1~M3) 착수를 제안합니다.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901952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8836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리소스 배정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83664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앱(RN/Flutter) 1~2명 + 백엔드(기존 Node.js 서버 활용) 협업 인력 확정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505456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4871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법무·정책 문서 준비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48716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개인정보처리방침·이용약관·위치기반서비스 이용약관 — AdMob 심사 선제 대응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108960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30906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키 및 도메인 확보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09067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카카오·Mapbox·Google·Firebase·AdMob 계정 개설, weatheron.kr 도메인 등록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712464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6941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 MVP 개발 착수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694176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날씨·우산·코디·알림 핵심 기능 + 소셜로그인/Guest + 쿠팡파트너스 연결 (M1~M3)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50800" dist="12700" dir="5400000">
              <a:srgbClr val="0C1F3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4315968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42976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베타 테스트 &amp; 정식 출시 준비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4297680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 완료 후 내부 베타 → Phase 2(목적지 날씨·출발시간역산·AdMob) 준비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502920"/>
            <a:ext cx="1554480" cy="155448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1097280"/>
            <a:ext cx="457200" cy="457200"/>
          </a:xfrm>
          <a:prstGeom prst="ellipse">
            <a:avLst/>
          </a:prstGeom>
          <a:solidFill>
            <a:srgbClr val="0C1F3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94360"/>
            <a:ext cx="91440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457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640080"/>
            <a:ext cx="54864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246120"/>
            <a:ext cx="9144000" cy="18288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28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weather</a:t>
            </a:r>
            <a:pPr algn="l" indent="0" marL="0">
              <a:buNone/>
            </a:pPr>
            <a:r>
              <a:rPr lang="en-US" sz="6000" b="1" dirty="0">
                <a:solidFill>
                  <a:srgbClr val="F0A0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날씨를 보여주는 앱이 아니라, 오늘을 대신 결정해주는 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검토해 주셔서 감사합니다. 제안에 대한 의견과 피드백을 기다립니다.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863840" cy="594360"/>
          </a:xfrm>
          <a:prstGeom prst="roundRect">
            <a:avLst>
              <a:gd name="adj" fmla="val 9231"/>
            </a:avLst>
          </a:prstGeom>
          <a:solidFill>
            <a:srgbClr val="152C5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A02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Contact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최대현 · daehyeon.choii@gmail.com · WeatherON App Product Plan v4.0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2A40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3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WeatherON · App Product Plan v4.0 · 사내 제안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WeatherON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WeatherON App Product Plan v4.0 - 사내 제안</dc:title>
  <dc:subject>PptxGenJS Presentation</dc:subject>
  <dc:creator>Daehyeon Choi</dc:creator>
  <cp:lastModifiedBy>Daehyeon Choi</cp:lastModifiedBy>
  <cp:revision>1</cp:revision>
  <dcterms:created xsi:type="dcterms:W3CDTF">2026-06-15T06:07:46Z</dcterms:created>
  <dcterms:modified xsi:type="dcterms:W3CDTF">2026-06-15T06:07:46Z</dcterms:modified>
</cp:coreProperties>
</file>